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JONAS Articles Classification – Proof of Concept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discipline tagging | Sep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Manual classification is slow/inconsistent; 14 classes, 46 docs</a:t>
            </a:r>
          </a:p>
          <a:p>
            <a:pPr/>
            <a:r>
              <a:t>Approach: Preprocess text, BoW and Sentence-BERT features; classical ML</a:t>
            </a:r>
          </a:p>
          <a:p>
            <a:pPr/>
            <a:r>
              <a:t>Results: Best SVM accuracy 58.3%; strong bias to dominant class</a:t>
            </a:r>
          </a:p>
          <a:p>
            <a:pPr/>
            <a:r>
              <a:t>Limitations: Tiny, imbalanced dataset; high dimensionality vs low samples</a:t>
            </a:r>
          </a:p>
          <a:p>
            <a:pPr/>
            <a:r>
              <a:t>Future: Grow data, merge classes, augmentation, transfer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Manual classification of JONAS articles is slow and inconsistent</a:t>
            </a:r>
          </a:p>
          <a:p>
            <a:pPr/>
            <a:r>
              <a:t>Objectives: Automate classification; target ≥70–85% accuracy</a:t>
            </a:r>
          </a:p>
          <a:p>
            <a:pPr/>
            <a:r>
              <a:t>Success: Accuracy ≥70%, robust multi-class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Understanding</a:t>
            </a:r>
          </a:p>
        </p:txBody>
      </p:sp>
      <p:pic>
        <p:nvPicPr>
          <p:cNvPr id="3" name="Picture 2" descr="disciplin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/>
              <a:t>14 classes, highly imbalanced; missing keywords; N=46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Preprocessing: cleaning, normalization, stopword removal</a:t>
            </a:r>
          </a:p>
          <a:p>
            <a:pPr/>
            <a:r>
              <a:t>Features: Bag-of-Words, Sentence-BERT embeddings</a:t>
            </a:r>
          </a:p>
          <a:p>
            <a:pPr/>
            <a:r>
              <a:t>Labels: Encoded discipline</a:t>
            </a:r>
          </a:p>
          <a:p>
            <a:pPr/>
            <a:r>
              <a:t>Splits: Train/test 75/25, LOOCV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Tried: Logistic Regression, SVM, Random Forest</a:t>
            </a:r>
          </a:p>
          <a:p>
            <a:pPr/>
            <a:r>
              <a:t>Why: LogReg baseline; SVM fits high-dimensional embeddings</a:t>
            </a:r>
          </a:p>
          <a:p>
            <a:pPr/>
            <a:r>
              <a:t>Config: Hyperparameters tuned; class_weight for imbalance</a:t>
            </a:r>
          </a:p>
          <a:p>
            <a:pPr/>
            <a:r>
              <a:t>Training: Standard fit on engineered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Evaluation –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/>
              <a:t>Bias toward 'Mining Engineering' visible; overall accuracy 58.3% (SVM)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Evaluation – 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/>
              <a:t>SVM outperforms baseline models on this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Discussion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Extreme class imbalance</a:t>
            </a:r>
          </a:p>
          <a:p>
            <a:pPr/>
            <a:r>
              <a:t>Very small dataset (N=46)</a:t>
            </a:r>
          </a:p>
          <a:p>
            <a:pPr/>
            <a:r>
              <a:t>High dimensionality vs low samples</a:t>
            </a:r>
          </a:p>
          <a:p>
            <a:pPr/>
            <a:r>
              <a:t>Model bias to dominant 'Mining Engineering'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Expand dataset (200+ samples/class)</a:t>
            </a:r>
          </a:p>
          <a:p>
            <a:pPr/>
            <a:r>
              <a:t>Merge similar disciplines to reduce complexity</a:t>
            </a:r>
          </a:p>
          <a:p>
            <a:pPr/>
            <a:r>
              <a:t>Apply text augmentation (paraphrasing; consider SMOTE-like strategies)</a:t>
            </a:r>
          </a:p>
          <a:p>
            <a:pPr/>
            <a:r>
              <a:t>Adopt deep transfer learning when data suffices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Deployment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Prototype as CLI or web app for testing</a:t>
            </a:r>
          </a:p>
          <a:p>
            <a:pPr/>
            <a:r>
              <a:t>Production blocked until dataset grows</a:t>
            </a:r>
          </a:p>
          <a:p>
            <a:pPr/>
            <a:r>
              <a:t>Add monitoring and human-in-the-loop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PoC successful; pipeline established</a:t>
            </a:r>
          </a:p>
          <a:p>
            <a:pPr/>
            <a:r>
              <a:t>Accuracy target not met due to data constraints</a:t>
            </a:r>
          </a:p>
          <a:p>
            <a:pPr/>
            <a:r>
              <a:t>Focus next: data collection, class consolidation, advanced methods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Libraries: scikit-learn, Sentence-BERT (HuggingFace), pandas, matplotlib/seaborn</a:t>
            </a:r>
          </a:p>
          <a:p>
            <a:pPr/>
            <a:r>
              <a:t>Academic: text classification, class imbalance handling</a:t>
            </a:r>
          </a:p>
          <a:p>
            <a:pPr/>
            <a:r>
              <a:t>Data: JONAS articles (internal source)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840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/>
              <a:t>Technical Specs</a:t>
            </a:r>
          </a:p>
          <a:p/>
          <a:p>
            <a:pPr/>
            <a:r>
              <a:t>Python 3.13; key libs: numpy, pandas, scikit-learn, matplotlib, seaborn, python-pptx</a:t>
            </a:r>
          </a:p>
          <a:p>
            <a:pPr/>
            <a:r>
              <a:t>Evaluation tables: accuracy, precision, recall, F1 (subset shown)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/>
              <a:t>Data Requirements Gap</a:t>
            </a:r>
          </a:p>
          <a:p/>
          <a:p>
            <a:pPr/>
            <a:r>
              <a:t>Data gap: Need ≥200 samples/class; reduce to ~6–8 consolidated classes</a:t>
            </a:r>
          </a:p>
          <a:p>
            <a:pPr/>
            <a:r>
              <a:t>Next steps: collection scripts, labeling guidelines, augmentation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