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Automating Classification of JONAS Articles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Report • Dataset: 46 articles • 14 classes •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Manual classification is slow and inconsistent.</a:t>
            </a:r>
          </a:p>
          <a:p>
            <a:pPr>
              <a:defRPr sz="1800"/>
            </a:pPr>
            <a:r>
              <a:t>Approach: Text preprocessing + classic ML (LR, SVM, RF).</a:t>
            </a:r>
          </a:p>
          <a:p>
            <a:pPr>
              <a:defRPr sz="1800"/>
            </a:pPr>
            <a:r>
              <a:t>Results: Best accuracy 58.3% (SVM, Sentence-BERT embeddings).</a:t>
            </a:r>
          </a:p>
          <a:p>
            <a:pPr>
              <a:defRPr sz="1800"/>
            </a:pPr>
            <a:r>
              <a:t>Limitations: 46 docs, 14 classes, extreme imbalance.</a:t>
            </a:r>
          </a:p>
          <a:p>
            <a:pPr>
              <a:defRPr sz="1800"/>
            </a:pPr>
            <a:r>
              <a:t>Future: Grow data, consolidate labels, advanced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1. 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Manual classification of JONAS articles is slow/inconsistent.</a:t>
            </a:r>
          </a:p>
          <a:p>
            <a:pPr>
              <a:defRPr sz="1800"/>
            </a:pPr>
            <a:r>
              <a:t>Objectives:</a:t>
            </a:r>
          </a:p>
          <a:p>
            <a:pPr lvl="1">
              <a:defRPr sz="1800"/>
            </a:pPr>
            <a:r>
              <a:t>Automate classification to improve speed and consistency.</a:t>
            </a:r>
          </a:p>
          <a:p>
            <a:pPr lvl="1">
              <a:defRPr sz="1800"/>
            </a:pPr>
            <a:r>
              <a:t>Target accuracy ≥ 70–85%.</a:t>
            </a:r>
          </a:p>
          <a:p>
            <a:pPr lvl="1">
              <a:defRPr sz="1800"/>
            </a:pPr>
            <a:r>
              <a:t>Reduce classification errors and improve discoverability.</a:t>
            </a:r>
          </a:p>
          <a:p>
            <a:pPr>
              <a:defRPr sz="1800"/>
            </a:pPr>
            <a:r>
              <a:t>Success Criteria: Accuracy ≥ 70%, robust multi-class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2. 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46 articles, 14 classes, class imbalance present.</a:t>
            </a:r>
          </a:p>
          <a:p>
            <a:pPr>
              <a:defRPr sz="1800"/>
            </a:pPr>
            <a:r>
              <a:t>Data quality issues:</a:t>
            </a:r>
          </a:p>
          <a:p>
            <a:pPr lvl="1">
              <a:defRPr sz="1800"/>
            </a:pPr>
            <a:r>
              <a:t>Missing/limited keywords; small sample size.</a:t>
            </a:r>
          </a:p>
          <a:p>
            <a:pPr lvl="1">
              <a:defRPr sz="1800"/>
            </a:pPr>
            <a:r>
              <a:t>Skewed distribution toward 'Mining Engineering'.</a:t>
            </a:r>
          </a:p>
          <a:p>
            <a:pPr>
              <a:defRPr sz="1800"/>
            </a:pPr>
            <a:r>
              <a:t>Bar chart shows discipline frequency (illustrative).</a:t>
            </a:r>
          </a:p>
        </p:txBody>
      </p:sp>
      <p:pic>
        <p:nvPicPr>
          <p:cNvPr id="4" name="Picture 3" descr="disciplin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512064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3.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Preprocessing: cleaning, normalization, stopword removal.</a:t>
            </a:r>
          </a:p>
          <a:p>
            <a:pPr>
              <a:defRPr sz="1800"/>
            </a:pPr>
            <a:r>
              <a:t>Feature engineering: Bag-of-Words and Sentence-BERT embeddings.</a:t>
            </a:r>
          </a:p>
          <a:p>
            <a:pPr>
              <a:defRPr sz="1800"/>
            </a:pPr>
            <a:r>
              <a:t>Label encoding for discipline.</a:t>
            </a:r>
          </a:p>
          <a:p>
            <a:pPr>
              <a:defRPr sz="1800"/>
            </a:pPr>
            <a:r>
              <a:t>Train-test split 75/25, cross-validation via LOOCV.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4.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Algorithms: Logistic Regression, SVM, Random Forest.</a:t>
            </a:r>
          </a:p>
          <a:p>
            <a:pPr>
              <a:defRPr sz="1800"/>
            </a:pPr>
            <a:r>
              <a:t>Why: LR as baseline; SVM for high-dimensional embeddings; RF as non-linear.</a:t>
            </a:r>
          </a:p>
          <a:p>
            <a:pPr>
              <a:defRPr sz="1800"/>
            </a:pPr>
            <a:r>
              <a:t>Config: Tuned hyperparameters; used class_weight to mitigate imbalance.</a:t>
            </a:r>
          </a:p>
          <a:p>
            <a:pPr>
              <a:defRPr sz="1800"/>
            </a:pPr>
            <a:r>
              <a:t>Training: Standardized pipeline across feature 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5.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Metrics: Accuracy, precision, recall, F1-score.</a:t>
            </a:r>
          </a:p>
          <a:p>
            <a:pPr>
              <a:defRPr sz="1800"/>
            </a:pPr>
            <a:r>
              <a:t>Confusion matrix shows bias toward 'Mining Engineering'.</a:t>
            </a:r>
          </a:p>
          <a:p>
            <a:pPr>
              <a:defRPr sz="1800"/>
            </a:pPr>
            <a:r>
              <a:t>SVM best at 58.3% accuracy; criteria not met.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8288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Model Results (Illustrative)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Macro F1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Bag-of-Words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Sentence-BERT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Bag-of-Words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6. Discussion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Root causes of poor performance:</a:t>
            </a:r>
          </a:p>
          <a:p>
            <a:pPr lvl="1">
              <a:defRPr sz="1800"/>
            </a:pPr>
            <a:r>
              <a:t>Extreme class imbalance (dominant 'Mining Engineering').</a:t>
            </a:r>
          </a:p>
          <a:p>
            <a:pPr lvl="1">
              <a:defRPr sz="1800"/>
            </a:pPr>
            <a:r>
              <a:t>Very small dataset (n=46) vs. 14 classes.</a:t>
            </a:r>
          </a:p>
          <a:p>
            <a:pPr lvl="1">
              <a:defRPr sz="1800"/>
            </a:pPr>
            <a:r>
              <a:t>High dimensionality vs. low samples.</a:t>
            </a:r>
          </a:p>
          <a:p>
            <a:pPr>
              <a:defRPr sz="1800"/>
            </a:pPr>
            <a:r>
              <a:t>Observed behavior: Model predicts dominant class disproportionately.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7.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Expand dataset (≥ 200 samples per class).</a:t>
            </a:r>
          </a:p>
          <a:p>
            <a:pPr>
              <a:defRPr sz="1800"/>
            </a:pPr>
            <a:r>
              <a:t>Merge similar disciplines to reduce complexity.</a:t>
            </a:r>
          </a:p>
          <a:p>
            <a:pPr>
              <a:defRPr sz="1800"/>
            </a:pPr>
            <a:r>
              <a:t>Text augmentation (paraphrasing); consider synthetic balancing.</a:t>
            </a:r>
          </a:p>
          <a:p>
            <a:pPr>
              <a:defRPr sz="1800"/>
            </a:pPr>
            <a:r>
              <a:t>Once data is sufficient: deep learning &amp; transfer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8. Deployment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Prototype as CLI or simple web app for stakeholder testing.</a:t>
            </a:r>
          </a:p>
          <a:p>
            <a:pPr>
              <a:defRPr sz="1800"/>
            </a:pPr>
            <a:r>
              <a:t>Production not recommended until dataset grows.</a:t>
            </a:r>
          </a:p>
          <a:p>
            <a:pPr>
              <a:defRPr sz="1800"/>
            </a:pPr>
            <a:r>
              <a:t>Monitoring and human-in-the-loop oversight recommended.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Proof of concept successful; pipeline built end-to-end.</a:t>
            </a:r>
          </a:p>
          <a:p>
            <a:pPr>
              <a:defRPr sz="1800"/>
            </a:pPr>
            <a:r>
              <a:t>Did not meet accuracy goals due to data constraints.</a:t>
            </a:r>
          </a:p>
          <a:p>
            <a:pPr>
              <a:defRPr sz="1800"/>
            </a:pPr>
            <a:r>
              <a:t>Next: Data collection, class consolidation, advanced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10.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Libraries: scikit-learn, Sentence-BERT, pandas, numpy, matplotlib, python-pptx.</a:t>
            </a:r>
          </a:p>
          <a:p>
            <a:pPr>
              <a:defRPr sz="1800"/>
            </a:pPr>
            <a:r>
              <a:t>Relevant academic papers on text classification and embeddings.</a:t>
            </a:r>
          </a:p>
          <a:p>
            <a:pPr>
              <a:defRPr sz="1800"/>
            </a:pPr>
            <a:r>
              <a:t>JONAS source corpus.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Appendix A: Technical Specs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Python 3.10+; Key libs: scikit-learn, sentence-transformers, pandas, numpy.</a:t>
            </a:r>
          </a:p>
          <a:p>
            <a:pPr>
              <a:defRPr sz="1800"/>
            </a:pPr>
            <a:r>
              <a:t>Visualization: matplotlib; Presentation: python-pptx.</a:t>
            </a:r>
          </a:p>
          <a:p>
            <a:pPr>
              <a:defRPr sz="1800"/>
            </a:pPr>
            <a:r>
              <a:t>OS: Linux (x86_64).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Appendix B: Full Evaluation (Illustrative)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Accuracy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0.583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Appendix C: Data Requirements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Current: 46 docs; Needed: ≥ 2,800 (14 x 200) for target.</a:t>
            </a:r>
          </a:p>
          <a:p>
            <a:pPr>
              <a:defRPr sz="1800"/>
            </a:pPr>
            <a:r>
              <a:t>Current: Missing keywords; Needed: richer metadata/keywords.</a:t>
            </a:r>
          </a:p>
          <a:p>
            <a:pPr>
              <a:defRPr sz="1800"/>
            </a:pPr>
            <a:r>
              <a:t>Current: Imbalance; Needed: class consolidation and sampling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